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e049a3fb9d4aca" /><Relationship Type="http://schemas.openxmlformats.org/officeDocument/2006/relationships/extended-properties" Target="/docProps/app.xml" Id="Rea024b38bd614acb" /><Relationship Type="http://schemas.openxmlformats.org/officeDocument/2006/relationships/officeDocument" Target="/ppt/presentation.xml" Id="Rdaeca9ae4dc14d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5738af5bd7405c"/>
  </p:sldMasterIdLst>
  <p:notesMasterIdLst>
    <p:notesMasterId xmlns:r="http://schemas.openxmlformats.org/officeDocument/2006/relationships" r:id="Rb813ab416b084f54"/>
  </p:notesMasterIdLst>
  <p:sldIdLst>
    <p:sldId xmlns:r="http://schemas.openxmlformats.org/officeDocument/2006/relationships" id="256" r:id="Rc2a82c13b2d0432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738af5bd7405c" /><Relationship Type="http://schemas.openxmlformats.org/officeDocument/2006/relationships/theme" Target="/ppt/theme/theme1.xml" Id="R918b627165d14ea4" /><Relationship Type="http://schemas.openxmlformats.org/officeDocument/2006/relationships/notesMaster" Target="/ppt/notesMasters/notesMaster1.xml" Id="Rb813ab416b084f54" /><Relationship Type="http://schemas.openxmlformats.org/officeDocument/2006/relationships/presProps" Target="/ppt/presProps.xml" Id="R58df3916cd464d0d" /><Relationship Type="http://schemas.openxmlformats.org/officeDocument/2006/relationships/viewProps" Target="/ppt/viewProps.xml" Id="R870df0926ebf4e5c" /><Relationship Type="http://schemas.openxmlformats.org/officeDocument/2006/relationships/tableStyles" Target="/ppt/tableStyles.xml" Id="R7f8ab37ab2d240c0" /><Relationship Type="http://schemas.openxmlformats.org/officeDocument/2006/relationships/slide" Target="/ppt/slides/slide1.xml" Id="Rc2a82c13b2d0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e17f93e7a6b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5a73fdf1f4090" /><Relationship Type="http://schemas.openxmlformats.org/officeDocument/2006/relationships/notesMaster" Target="/ppt/notesMasters/notesMaster1.xml" Id="R595232759465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a48208b5745d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f449c34f5f4c83" /><Relationship Type="http://schemas.openxmlformats.org/officeDocument/2006/relationships/slideLayout" Target="/ppt/slideLayouts/slideLayout2.xml" Id="R800d60cd4dd149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0d60cd4dd149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98375975cb4b75" /><Relationship Type="http://schemas.openxmlformats.org/officeDocument/2006/relationships/notesSlide" Target="/ppt/notesSlides/notesSlide1.xml" Id="R1a7c747dd90e44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CC8BEA3-245D-46D1-B758-518448ED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Test Baslik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235D58-9A4B-491F-8BC8-FCD2A7E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33333"/>
                </a:solidFill>
              </a:defRPr>
            </a:pPr>
            <a:r>
              <a:rPr sz="2400">
                <a:solidFill>
                  <a:srgbClr val="333333"/>
                </a:solidFill>
              </a:rPr>
              <a:t>Alt metin burada</a:t>
            </a:r>
          </a:p>
        </p:txBody>
      </p:sp>
    </p:spTree>
    <p:extLst>
      <p:ext uri="{BB962C8B-B14F-4D97-AF65-F5344CB8AC3E}">
        <p14:creationId xmlns:p14="http://schemas.microsoft.com/office/powerpoint/2010/main" val="5539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2026-04-28T15:21:32.4530000Z</dcterms:created>
  <dcterms:modified xsi:type="dcterms:W3CDTF">2026-04-28T15:21:32.4530000Z</dcterms:modified>
</coreProperties>
</file>